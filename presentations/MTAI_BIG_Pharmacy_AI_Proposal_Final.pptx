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2743200" cy="50800"/>
          </a:xfrm>
          <a:prstGeom prst="rect">
            <a:avLst/>
          </a:prstGeom>
          <a:solidFill>
            <a:srgbClr val="009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789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AI-Powered Innovation for BIG Pharmacy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9184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  <a:latin typeface="Calibri"/>
              </a:defRPr>
            </a:pPr>
            <a:r>
              <a:t>Strategic Partnership Proposal |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BIG Pharmacy is Malaysia's leading pharmacy chain with 300+ outlets serving health-conscious consumers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MTAI proposes three AI solutions to enhance customer experience and operational efficiency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Price Comparison Chatbot: Empower customers to find best prices instantly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Waiting Room AI Assistant: Improve service at high-traffic outlets with prescription management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Supplement Recommendation System: Drive supplement sales through personalized recommendations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Expected ROI: Increased customer satisfaction, higher supplement sales, and reduced staff workload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254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MTAI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MTAI is a leading AI solutions provider specializing in healthcare and retail transformation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Founded with a mission to make AI accessible and practical for Malaysian businesses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Expertise in natural language processing, computer vision, and recommendation systems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Proven track record delivering AI solutions that drive measurable business outcomes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Commitment to data privacy, security, and compliance with healthcare regulations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Local presence with deep understanding of Malaysian market dynamics and consumer behavior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254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BIG Pharmacy: Market Leader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007ACC"/>
                </a:solidFill>
                <a:latin typeface="Calibri"/>
              </a:defRPr>
            </a:pPr>
            <a:r>
              <a:t>Understanding Our Partner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Malaysia's premier pharmacy chain with 300+ retail outlets nationwide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Publicly listed company with strong brand recognition and customer trust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Diverse product portfolio: pharmaceuticals, supplements, personal care, wellness products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Robust digital presence with e-commerce platform and mobile application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Focus on health-conscious consumers seeking quality healthcare products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Strategic positioning in the growing Malaysian healthcare 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254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7ACC"/>
                </a:solidFill>
                <a:latin typeface="Calibri"/>
              </a:defRPr>
            </a:pPr>
            <a:r>
              <a:t>Industry 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Healthcare AI market growing at 37% CAGR globally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Consumers demand personalized health recommendations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Price transparency becoming competitive necessity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Digital-first healthcare journey acceleration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Supplement market expanding rapidly in Malaysia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25400" cy="5029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7ACC"/>
                </a:solidFill>
                <a:latin typeface="Calibri"/>
              </a:defRPr>
            </a:pPr>
            <a:r>
              <a:t>BIG Pharmacy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Leverage 300+ outlets for data collection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Enhance customer loyalty through AI personalization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Differentiate from competitors with smart services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Optimize staff efficiency at busy locations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Capture larger share of growing supplement market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91695" cy="254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Solution 1: Price Comparison Chatbot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80160"/>
            <a:ext cx="3657600" cy="457200"/>
          </a:xfrm>
          <a:prstGeom prst="roundRect">
            <a:avLst/>
          </a:prstGeom>
          <a:solidFill>
            <a:srgbClr val="009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Price Comparison Chatbot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33333"/>
                </a:solidFill>
                <a:latin typeface="Calibri"/>
              </a:defRPr>
            </a:pPr>
            <a:r>
              <a:t>AI-powered assistant that helps customers compare prices across BIG Pharmacy outlets and competitors in real-time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517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7ACC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Natural language interface (BM/English/Chinese)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price comparison across outlets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Competitor price monitoring and alerts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Location-based nearest store recommendations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Integration with BIG Pharmacy loyalty program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WhatsApp and mobile app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6517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7ACC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Increased price transparency builds trust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Drive traffic to outlets with best prices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Competitive intelligence on pricing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Reduce price inquiry calls to outlets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Enhanced customer loyalty and retention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Data insights on price sensitivity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75120"/>
            <a:ext cx="12191695" cy="254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Solution 2: Waiting Room AI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80160"/>
            <a:ext cx="3657600" cy="457200"/>
          </a:xfrm>
          <a:prstGeom prst="roundRect">
            <a:avLst/>
          </a:prstGeom>
          <a:solidFill>
            <a:srgbClr val="009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Waiting Room AI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33333"/>
                </a:solidFill>
                <a:latin typeface="Calibri"/>
              </a:defRPr>
            </a:pPr>
            <a:r>
              <a:t>Intelligent kiosk and app-based assistant for high-traffic outlets to streamline prescription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517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7ACC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Queue management and wait time estimation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Prescription status tracking and alerts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Digital forms for prescription collection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Multi-language support (BM/English/Chinese)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Integration with pharmacy management system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SMS/WhatsApp notifications to patients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6517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7ACC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Reduced congestion at busy outlets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Improved patient experience and satisfaction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Faster prescription processing times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Staff can focus on clinical consultations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queue analytics for staffing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Lower operational costs per transaction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75120"/>
            <a:ext cx="12191695" cy="254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Solution 3: Supplement Recommendation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80160"/>
            <a:ext cx="3657600" cy="457200"/>
          </a:xfrm>
          <a:prstGeom prst="roundRect">
            <a:avLst/>
          </a:prstGeom>
          <a:solidFill>
            <a:srgbClr val="009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Supplement Recommendation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33333"/>
                </a:solidFill>
                <a:latin typeface="Calibri"/>
              </a:defRPr>
            </a:pPr>
            <a:r>
              <a:t>AI-driven personalized supplement recommendations based on customer health goals and preferences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517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7ACC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Health goal assessment questionnaire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Personalized supplement recommendations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Drug-supplement interaction checking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Lifestyle and dietary preference matching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Bundle suggestions and promotions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Progress tracking and reorder reminders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6517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7ACC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Increase average basket size by 25-40%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Drive repeat purchases with personalization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Position BIG as health advisor, not just retailer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Cross-sell complementary wellness products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Capture market share from general retailers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Build long-term customer relationships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75120"/>
            <a:ext cx="12191695" cy="254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007ACC"/>
                </a:solidFill>
                <a:latin typeface="Calibri"/>
              </a:defRPr>
            </a:pPr>
            <a:r>
              <a:t>9-Month Implementation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Phase 1 (Months 1-2): Discovery &amp; Planning - Requirements gathering, system design, integration planning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Phase 2 (Months 3-4): Development - AI model training, application development, API integrations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Phase 3 (Months 5-6): Pilot Testing - Deploy at 5 selected outlets, gather feedback, refine systems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Phase 4 (Months 7-9): Rollout - Phased deployment across all 300+ outlets, staff training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Phase 5 (Month 10+): Optimization - Continuous improvement, feature enhancements, scale operations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Ongoing: Support, monitoring, and quarterly business reviews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254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Expected Benefits &amp;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7ACC"/>
                </a:solidFill>
                <a:latin typeface="Calibri"/>
              </a:defRPr>
            </a:pPr>
            <a:r>
              <a:t>Customer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Transparent pricing across all outlets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Reduced wait times at busy locations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Personalized health recommendations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Convenient digital interactions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Enhanced trust and satisfaction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Seamless omnichannel experience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25400" cy="5029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7ACC"/>
                </a:solidFill>
                <a:latin typeface="Calibri"/>
              </a:defRPr>
            </a:pPr>
            <a:r>
              <a:t>Business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15-25% increase in supplement sales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20% reduction in customer service costs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Improved staff productivity at peak hours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Competitive differentiation in market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Rich customer data and insights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Stronger customer loyalty programs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91695" cy="254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007ACC"/>
                </a:solidFill>
                <a:latin typeface="Calibri"/>
              </a:defRPr>
            </a:pPr>
            <a:r>
              <a:t>Moving Forward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Schedule deep-dive workshop with BIG Pharmacy stakeholders to detail requirements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Conduct technical assessment of existing systems and integration points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Develop detailed project proposal with timeline and investment breakdown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Establish joint steering committee for project governance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Begin pilot planning for high-traffic outlet locations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Kick-off partnership with shared vision for AI-powered pharmacy innovation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254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2743200" cy="50800"/>
          </a:xfrm>
          <a:prstGeom prst="rect">
            <a:avLst/>
          </a:prstGeom>
          <a:solidFill>
            <a:srgbClr val="009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789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9184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  <a:latin typeface="Calibri"/>
              </a:defRPr>
            </a:pPr>
            <a:r>
              <a:t>MTAI looks forward to partnering with BIG Pharmacy</a:t>
            </a:r>
            <a:br/>
            <a:r>
              <a:t>to transform healthcare through AI innovation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